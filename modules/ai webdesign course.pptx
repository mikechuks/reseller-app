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6" Type="http://schemas.openxmlformats.org/officeDocument/2006/relationships/tableStyles" Target="tableStyles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" Type="http://schemas.openxmlformats.org/officeDocument/2006/relationships/slideMaster" Target="slideMasters/slideMaster1.xml"/></Relationship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dirty="0"/>
              <a:t>Click to edit Master subtitle style</a:t>
            </a:r>
            <a:endParaRPr lang="en-US" dirty="0"/>
          </a:p>
        </p:txBody>
      </p:sp>
      <p:sp>
        <p:nvSpPr>
          <p:cNvPr id="16" name="Date Placeholder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17" name="Footer Placeholder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en-US" dirty="0"/>
              <a:t>Click to edit title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text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text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en-US" smtClean="0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en-US" smtClean="0"/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en-US" smtClean="0"/>
            </a:fld>
            <a:endParaRPr lang="en-US"/>
          </a:p>
        </p:txBody>
      </p:sp>
      <p:sp>
        <p:nvSpPr>
          <p:cNvPr id="9" name="Title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en-US"/>
              <a:t>Click to edit Master title style</a:t>
            </a:r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ast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en-US" smtClean="0"/>
            </a:fld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en-US" smtClean="0"/>
              <a:t>Click to edit title</a:t>
            </a:r>
            <a:endParaRPr lang="en-US"/>
          </a:p>
        </p:txBody>
      </p:sp>
      <p:sp>
        <p:nvSpPr>
          <p:cNvPr id="7" name="Text Placeholder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en-US" dirty="0"/>
              <a:t>Click to edit Master text styles</a:t>
            </a:r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en-US" dirty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  <a:endParaRPr lang="en-US" dirty="0"/>
          </a:p>
          <a:p>
            <a:pPr lvl="1"/>
            <a:r>
              <a:rPr lang="en-US" dirty="0"/>
              <a:t>Second level</a:t>
            </a:r>
            <a:endParaRPr lang="en-US" dirty="0"/>
          </a:p>
          <a:p>
            <a:pPr lvl="2"/>
            <a:r>
              <a:rPr lang="en-US" dirty="0"/>
              <a:t>Third level</a:t>
            </a:r>
            <a:endParaRPr lang="en-US" dirty="0"/>
          </a:p>
          <a:p>
            <a:pPr lvl="3"/>
            <a:r>
              <a:rPr lang="en-US" dirty="0"/>
              <a:t>Fourth level</a:t>
            </a:r>
            <a:endParaRPr lang="en-US" dirty="0"/>
          </a:p>
          <a:p>
            <a:pPr lvl="4"/>
            <a:r>
              <a:rPr lang="en-US" dirty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en-US" smtClean="0"/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en-US" smtClean="0"/>
            </a:fld>
            <a:endParaRPr 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0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tags" Target="../tags/tag6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  <p:custDataLst>
              <p:tags r:id="rId1"/>
            </p:custDataLst>
          </p:nvPr>
        </p:nvSpPr>
        <p:spPr/>
        <p:txBody>
          <a:bodyPr/>
          <a:p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  <p:custDataLst>
              <p:tags r:id="rId2"/>
            </p:custDataLst>
          </p:nvPr>
        </p:nvSpPr>
        <p:spPr/>
        <p:txBody>
          <a:bodyPr/>
          <a:p>
            <a:endParaRPr lang="en-US"/>
          </a:p>
        </p:txBody>
      </p:sp>
    </p:spTree>
    <p:custDataLst>
      <p:tags r:id="rId3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28"/>
  <p:tag name="KSO_WM_UNIT_HIGHLIGHT" val="0"/>
  <p:tag name="KSO_WM_UNIT_COMPATIBLE" val="0"/>
  <p:tag name="KSO_WM_UNIT_DIAGRAM_ISNUMVISUAL" val="0"/>
  <p:tag name="KSO_WM_UNIT_DIAGRAM_ISREFERUNIT" val="0"/>
  <p:tag name="KSO_WM_UNIT_TYPE" val="a"/>
  <p:tag name="KSO_WM_UNIT_INDEX" val="1"/>
  <p:tag name="KSO_WM_UNIT_ID" val="custom20205081_1*a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4.xml><?xml version="1.0" encoding="utf-8"?>
<p:tagLst xmlns:p="http://schemas.openxmlformats.org/presentationml/2006/main">
  <p:tag name="KSO_WM_UNIT_ISCONTENTSTITLE" val="0"/>
  <p:tag name="KSO_WM_UNIT_ISNUMDGMTITLE" val="0"/>
  <p:tag name="KSO_WM_UNIT_NOCLEAR" val="0"/>
  <p:tag name="KSO_WM_UNIT_SHOW_EDIT_AREA_INDICATION" val="1"/>
  <p:tag name="KSO_WM_UNIT_VALUE" val="111"/>
  <p:tag name="KSO_WM_UNIT_HIGHLIGHT" val="0"/>
  <p:tag name="KSO_WM_UNIT_COMPATIBLE" val="0"/>
  <p:tag name="KSO_WM_UNIT_DIAGRAM_ISNUMVISUAL" val="0"/>
  <p:tag name="KSO_WM_UNIT_DIAGRAM_ISREFERUNIT" val="0"/>
  <p:tag name="KSO_WM_UNIT_TYPE" val="b"/>
  <p:tag name="KSO_WM_UNIT_INDEX" val="1"/>
  <p:tag name="KSO_WM_UNIT_ID" val="custom20205081_1*b*1"/>
  <p:tag name="KSO_WM_TEMPLATE_CATEGORY" val="custom"/>
  <p:tag name="KSO_WM_TEMPLATE_INDEX" val="20205081"/>
  <p:tag name="KSO_WM_UNIT_LAYERLEVEL" val="1"/>
  <p:tag name="KSO_WM_TAG_VERSION" val="1.0"/>
  <p:tag name="KSO_WM_BEAUTIFY_FLAG" val="#wm#"/>
</p:tagLst>
</file>

<file path=ppt/tags/tag65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</p:tagLst>
</file>

<file path=ppt/theme/theme1.xml><?xml version="1.0" encoding="utf-8"?>
<a:theme xmlns:a="http://schemas.openxmlformats.org/drawingml/2006/main" name="WPS">
  <a:themeElements>
    <a:clrScheme name="WPS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874CB"/>
      </a:accent1>
      <a:accent2>
        <a:srgbClr val="EE822F"/>
      </a:accent2>
      <a:accent3>
        <a:srgbClr val="F2BA02"/>
      </a:accent3>
      <a:accent4>
        <a:srgbClr val="75BD42"/>
      </a:accent4>
      <a:accent5>
        <a:srgbClr val="30C0B4"/>
      </a:accent5>
      <a:accent6>
        <a:srgbClr val="E54C5E"/>
      </a:accent6>
      <a:hlink>
        <a:srgbClr val="0026E5"/>
      </a:hlink>
      <a:folHlink>
        <a:srgbClr val="7E1FAD"/>
      </a:folHlink>
    </a:clrScheme>
    <a:fontScheme name="WPS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WPS">
      <a:fillStyleLst>
        <a:solidFill>
          <a:schemeClr val="phClr"/>
        </a:solidFill>
        <a:gradFill>
          <a:gsLst>
            <a:gs pos="0">
              <a:schemeClr val="phClr">
                <a:lumOff val="17500"/>
              </a:schemeClr>
            </a:gs>
            <a:gs pos="100000">
              <a:schemeClr val="phClr"/>
            </a:gs>
          </a:gsLst>
          <a:lin ang="2700000" scaled="0"/>
        </a:gradFill>
        <a:gradFill>
          <a:gsLst>
            <a:gs pos="0">
              <a:schemeClr val="phClr">
                <a:hueOff val="-2520000"/>
              </a:schemeClr>
            </a:gs>
            <a:gs pos="100000">
              <a:schemeClr val="phClr"/>
            </a:gs>
          </a:gsLst>
          <a:lin ang="27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gradFill>
            <a:gsLst>
              <a:gs pos="0">
                <a:schemeClr val="phClr">
                  <a:hueOff val="-4200000"/>
                </a:schemeClr>
              </a:gs>
              <a:gs pos="100000">
                <a:schemeClr val="phClr"/>
              </a:gs>
            </a:gsLst>
            <a:lin ang="2700000" scaled="1"/>
          </a:gradFill>
          <a:prstDash val="solid"/>
          <a:miter lim="800000"/>
        </a:ln>
      </a:lnStyleLst>
      <a:effectStyleLst>
        <a:effectStyle>
          <a:effectLst>
            <a:outerShdw blurRad="101600" dist="50800" dir="5400000" algn="ctr" rotWithShape="0">
              <a:schemeClr val="phClr">
                <a:alpha val="60000"/>
              </a:schemeClr>
            </a:outerShdw>
          </a:effectLst>
        </a:effectStyle>
        <a:effectStyle>
          <a:effectLst>
            <a:reflection stA="50000" endA="300" endPos="40000" dist="25400" dir="5400000" sy="-100000" algn="bl" rotWithShape="0"/>
          </a:effectLst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WPS Presentation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Arial</vt:lpstr>
      <vt:lpstr>SimSun</vt:lpstr>
      <vt:lpstr>Wingdings</vt:lpstr>
      <vt:lpstr>Wingdings</vt:lpstr>
      <vt:lpstr>Microsoft YaHei</vt:lpstr>
      <vt:lpstr>Arial Unicode MS</vt:lpstr>
      <vt:lpstr>Calibri</vt:lpstr>
      <vt:lpstr>WPS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Blank Presentation</dc:title>
  <dc:creator>USER</dc:creator>
  <cp:lastModifiedBy>USER</cp:lastModifiedBy>
  <cp:revision>1</cp:revision>
  <dcterms:created xsi:type="dcterms:W3CDTF">2026-08-15T10:09:09Z</dcterms:created>
  <dcterms:modified xsi:type="dcterms:W3CDTF">2026-08-15T10:09:09Z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DA2CFEBEBEFA4843BFCCF47333A31A48_11</vt:lpwstr>
  </property>
</Properties>
</file>